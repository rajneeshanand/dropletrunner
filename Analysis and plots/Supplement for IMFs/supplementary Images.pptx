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7" r:id="rId2"/>
    <p:sldId id="260" r:id="rId3"/>
  </p:sldIdLst>
  <p:sldSz cx="40112950" cy="2269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5F5AE-6EC4-42E8-9068-E4121D4EDD08}" v="11" dt="2026-06-30T20:36:35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31" d="100"/>
          <a:sy n="31" d="100"/>
        </p:scale>
        <p:origin x="2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neesh Anand" userId="f665040e-1fca-47e5-a2a6-d334cfc40372" providerId="ADAL" clId="{7320BE71-6052-4C99-AC61-56B91C780140}"/>
    <pc:docChg chg="undo custSel addSld modSld">
      <pc:chgData name="Rajneesh Anand" userId="f665040e-1fca-47e5-a2a6-d334cfc40372" providerId="ADAL" clId="{7320BE71-6052-4C99-AC61-56B91C780140}" dt="2026-06-30T20:36:55.579" v="212" actId="1076"/>
      <pc:docMkLst>
        <pc:docMk/>
      </pc:docMkLst>
      <pc:sldChg chg="addSp delSp modSp mod">
        <pc:chgData name="Rajneesh Anand" userId="f665040e-1fca-47e5-a2a6-d334cfc40372" providerId="ADAL" clId="{7320BE71-6052-4C99-AC61-56B91C780140}" dt="2026-06-30T20:36:55.579" v="212" actId="1076"/>
        <pc:sldMkLst>
          <pc:docMk/>
          <pc:sldMk cId="59954046" sldId="257"/>
        </pc:sldMkLst>
        <pc:spChg chg="mod">
          <ac:chgData name="Rajneesh Anand" userId="f665040e-1fca-47e5-a2a6-d334cfc40372" providerId="ADAL" clId="{7320BE71-6052-4C99-AC61-56B91C780140}" dt="2026-06-30T20:31:43.727" v="182"/>
          <ac:spMkLst>
            <pc:docMk/>
            <pc:sldMk cId="59954046" sldId="257"/>
            <ac:spMk id="4" creationId="{0D139399-C56E-EC9E-0D51-8BED9BE9AC7C}"/>
          </ac:spMkLst>
        </pc:spChg>
        <pc:spChg chg="mod">
          <ac:chgData name="Rajneesh Anand" userId="f665040e-1fca-47e5-a2a6-d334cfc40372" providerId="ADAL" clId="{7320BE71-6052-4C99-AC61-56B91C780140}" dt="2026-06-30T20:36:55.579" v="212" actId="1076"/>
          <ac:spMkLst>
            <pc:docMk/>
            <pc:sldMk cId="59954046" sldId="257"/>
            <ac:spMk id="8" creationId="{BE4C0765-D169-DDC1-E436-4DFB7DFE7BB6}"/>
          </ac:spMkLst>
        </pc:spChg>
        <pc:spChg chg="mod">
          <ac:chgData name="Rajneesh Anand" userId="f665040e-1fca-47e5-a2a6-d334cfc40372" providerId="ADAL" clId="{7320BE71-6052-4C99-AC61-56B91C780140}" dt="2026-06-30T20:36:43.205" v="210" actId="1076"/>
          <ac:spMkLst>
            <pc:docMk/>
            <pc:sldMk cId="59954046" sldId="257"/>
            <ac:spMk id="9" creationId="{A1CFCD67-9511-0CF5-99B5-BC32FD9B05FC}"/>
          </ac:spMkLst>
        </pc:spChg>
        <pc:spChg chg="mod">
          <ac:chgData name="Rajneesh Anand" userId="f665040e-1fca-47e5-a2a6-d334cfc40372" providerId="ADAL" clId="{7320BE71-6052-4C99-AC61-56B91C780140}" dt="2026-06-30T20:31:15.887" v="180" actId="164"/>
          <ac:spMkLst>
            <pc:docMk/>
            <pc:sldMk cId="59954046" sldId="257"/>
            <ac:spMk id="18" creationId="{BE4C0765-D169-DDC1-E436-4DFB7DFE7BB6}"/>
          </ac:spMkLst>
        </pc:spChg>
        <pc:spChg chg="mod">
          <ac:chgData name="Rajneesh Anand" userId="f665040e-1fca-47e5-a2a6-d334cfc40372" providerId="ADAL" clId="{7320BE71-6052-4C99-AC61-56B91C780140}" dt="2026-06-30T20:31:15.887" v="180" actId="164"/>
          <ac:spMkLst>
            <pc:docMk/>
            <pc:sldMk cId="59954046" sldId="257"/>
            <ac:spMk id="20" creationId="{0D139399-C56E-EC9E-0D51-8BED9BE9AC7C}"/>
          </ac:spMkLst>
        </pc:spChg>
        <pc:spChg chg="mod">
          <ac:chgData name="Rajneesh Anand" userId="f665040e-1fca-47e5-a2a6-d334cfc40372" providerId="ADAL" clId="{7320BE71-6052-4C99-AC61-56B91C780140}" dt="2026-06-30T20:31:15.887" v="180" actId="164"/>
          <ac:spMkLst>
            <pc:docMk/>
            <pc:sldMk cId="59954046" sldId="257"/>
            <ac:spMk id="22" creationId="{A1CFCD67-9511-0CF5-99B5-BC32FD9B05FC}"/>
          </ac:spMkLst>
        </pc:spChg>
        <pc:grpChg chg="add del mod">
          <ac:chgData name="Rajneesh Anand" userId="f665040e-1fca-47e5-a2a6-d334cfc40372" providerId="ADAL" clId="{7320BE71-6052-4C99-AC61-56B91C780140}" dt="2026-06-30T20:31:27.038" v="181" actId="21"/>
          <ac:grpSpMkLst>
            <pc:docMk/>
            <pc:sldMk cId="59954046" sldId="257"/>
            <ac:grpSpMk id="2" creationId="{0BFD67B6-303A-4F56-C2B3-9B6F8508239F}"/>
          </ac:grpSpMkLst>
        </pc:grpChg>
        <pc:grpChg chg="add mod">
          <ac:chgData name="Rajneesh Anand" userId="f665040e-1fca-47e5-a2a6-d334cfc40372" providerId="ADAL" clId="{7320BE71-6052-4C99-AC61-56B91C780140}" dt="2026-06-30T20:36:35.804" v="209" actId="164"/>
          <ac:grpSpMkLst>
            <pc:docMk/>
            <pc:sldMk cId="59954046" sldId="257"/>
            <ac:grpSpMk id="3" creationId="{0BFD67B6-303A-4F56-C2B3-9B6F8508239F}"/>
          </ac:grpSpMkLst>
        </pc:grpChg>
        <pc:grpChg chg="add mod">
          <ac:chgData name="Rajneesh Anand" userId="f665040e-1fca-47e5-a2a6-d334cfc40372" providerId="ADAL" clId="{7320BE71-6052-4C99-AC61-56B91C780140}" dt="2026-06-30T20:36:35.804" v="209" actId="164"/>
          <ac:grpSpMkLst>
            <pc:docMk/>
            <pc:sldMk cId="59954046" sldId="257"/>
            <ac:grpSpMk id="17" creationId="{92E108DD-0B79-81F5-0140-44BF71D80AFF}"/>
          </ac:grpSpMkLst>
        </pc:grpChg>
        <pc:picChg chg="mod">
          <ac:chgData name="Rajneesh Anand" userId="f665040e-1fca-47e5-a2a6-d334cfc40372" providerId="ADAL" clId="{7320BE71-6052-4C99-AC61-56B91C780140}" dt="2026-06-30T20:31:43.727" v="182"/>
          <ac:picMkLst>
            <pc:docMk/>
            <pc:sldMk cId="59954046" sldId="257"/>
            <ac:picMk id="5" creationId="{8E8D407C-E892-D29E-8FB4-9A316F3EE795}"/>
          </ac:picMkLst>
        </pc:picChg>
        <pc:picChg chg="mod">
          <ac:chgData name="Rajneesh Anand" userId="f665040e-1fca-47e5-a2a6-d334cfc40372" providerId="ADAL" clId="{7320BE71-6052-4C99-AC61-56B91C780140}" dt="2026-06-30T20:31:43.727" v="182"/>
          <ac:picMkLst>
            <pc:docMk/>
            <pc:sldMk cId="59954046" sldId="257"/>
            <ac:picMk id="6" creationId="{5B5BB5C1-F41E-801A-09A5-BA4EC7B07647}"/>
          </ac:picMkLst>
        </pc:picChg>
        <pc:picChg chg="del mod">
          <ac:chgData name="Rajneesh Anand" userId="f665040e-1fca-47e5-a2a6-d334cfc40372" providerId="ADAL" clId="{7320BE71-6052-4C99-AC61-56B91C780140}" dt="2026-06-30T20:31:58.438" v="188" actId="478"/>
          <ac:picMkLst>
            <pc:docMk/>
            <pc:sldMk cId="59954046" sldId="257"/>
            <ac:picMk id="7" creationId="{2D210800-D0E2-A5A8-C5F1-11ABCD2BAD10}"/>
          </ac:picMkLst>
        </pc:picChg>
        <pc:picChg chg="mod">
          <ac:chgData name="Rajneesh Anand" userId="f665040e-1fca-47e5-a2a6-d334cfc40372" providerId="ADAL" clId="{7320BE71-6052-4C99-AC61-56B91C780140}" dt="2026-06-30T20:31:15.887" v="180" actId="164"/>
          <ac:picMkLst>
            <pc:docMk/>
            <pc:sldMk cId="59954046" sldId="257"/>
            <ac:picMk id="11" creationId="{8E8D407C-E892-D29E-8FB4-9A316F3EE795}"/>
          </ac:picMkLst>
        </pc:picChg>
        <pc:picChg chg="add del mod">
          <ac:chgData name="Rajneesh Anand" userId="f665040e-1fca-47e5-a2a6-d334cfc40372" providerId="ADAL" clId="{7320BE71-6052-4C99-AC61-56B91C780140}" dt="2026-06-30T20:35:16.248" v="190" actId="478"/>
          <ac:picMkLst>
            <pc:docMk/>
            <pc:sldMk cId="59954046" sldId="257"/>
            <ac:picMk id="12" creationId="{32170756-1310-E2B7-CBD7-BC2AA09DB5DD}"/>
          </ac:picMkLst>
        </pc:picChg>
        <pc:picChg chg="mod">
          <ac:chgData name="Rajneesh Anand" userId="f665040e-1fca-47e5-a2a6-d334cfc40372" providerId="ADAL" clId="{7320BE71-6052-4C99-AC61-56B91C780140}" dt="2026-06-30T20:31:15.887" v="180" actId="164"/>
          <ac:picMkLst>
            <pc:docMk/>
            <pc:sldMk cId="59954046" sldId="257"/>
            <ac:picMk id="13" creationId="{5B5BB5C1-F41E-801A-09A5-BA4EC7B07647}"/>
          </ac:picMkLst>
        </pc:picChg>
        <pc:picChg chg="mod">
          <ac:chgData name="Rajneesh Anand" userId="f665040e-1fca-47e5-a2a6-d334cfc40372" providerId="ADAL" clId="{7320BE71-6052-4C99-AC61-56B91C780140}" dt="2026-06-30T20:31:15.887" v="180" actId="164"/>
          <ac:picMkLst>
            <pc:docMk/>
            <pc:sldMk cId="59954046" sldId="257"/>
            <ac:picMk id="15" creationId="{2D210800-D0E2-A5A8-C5F1-11ABCD2BAD10}"/>
          </ac:picMkLst>
        </pc:picChg>
        <pc:picChg chg="add mod ord modCrop">
          <ac:chgData name="Rajneesh Anand" userId="f665040e-1fca-47e5-a2a6-d334cfc40372" providerId="ADAL" clId="{7320BE71-6052-4C99-AC61-56B91C780140}" dt="2026-06-30T20:36:35.804" v="209" actId="164"/>
          <ac:picMkLst>
            <pc:docMk/>
            <pc:sldMk cId="59954046" sldId="257"/>
            <ac:picMk id="16" creationId="{3153F925-D99F-34C0-98D4-5B4049551407}"/>
          </ac:picMkLst>
        </pc:picChg>
      </pc:sldChg>
      <pc:sldChg chg="addSp delSp modSp mod">
        <pc:chgData name="Rajneesh Anand" userId="f665040e-1fca-47e5-a2a6-d334cfc40372" providerId="ADAL" clId="{7320BE71-6052-4C99-AC61-56B91C780140}" dt="2026-06-30T19:54:15.499" v="63" actId="20577"/>
        <pc:sldMkLst>
          <pc:docMk/>
          <pc:sldMk cId="3535506700" sldId="258"/>
        </pc:sldMkLst>
        <pc:spChg chg="add mod">
          <ac:chgData name="Rajneesh Anand" userId="f665040e-1fca-47e5-a2a6-d334cfc40372" providerId="ADAL" clId="{7320BE71-6052-4C99-AC61-56B91C780140}" dt="2026-06-30T19:54:07.929" v="59" actId="1076"/>
          <ac:spMkLst>
            <pc:docMk/>
            <pc:sldMk cId="3535506700" sldId="258"/>
            <ac:spMk id="16" creationId="{225C995B-98DA-B974-6D50-5AB2C5505FD8}"/>
          </ac:spMkLst>
        </pc:spChg>
        <pc:spChg chg="add mod">
          <ac:chgData name="Rajneesh Anand" userId="f665040e-1fca-47e5-a2a6-d334cfc40372" providerId="ADAL" clId="{7320BE71-6052-4C99-AC61-56B91C780140}" dt="2026-06-30T19:54:15.499" v="63" actId="20577"/>
          <ac:spMkLst>
            <pc:docMk/>
            <pc:sldMk cId="3535506700" sldId="258"/>
            <ac:spMk id="18" creationId="{AABF17F9-48E0-C7A7-DE48-478732E50FEF}"/>
          </ac:spMkLst>
        </pc:spChg>
        <pc:picChg chg="del">
          <ac:chgData name="Rajneesh Anand" userId="f665040e-1fca-47e5-a2a6-d334cfc40372" providerId="ADAL" clId="{7320BE71-6052-4C99-AC61-56B91C780140}" dt="2026-06-30T19:46:42.457" v="0" actId="478"/>
          <ac:picMkLst>
            <pc:docMk/>
            <pc:sldMk cId="3535506700" sldId="258"/>
            <ac:picMk id="3" creationId="{F3F89E9E-1331-6DD3-2270-2CE3CE2EC30F}"/>
          </ac:picMkLst>
        </pc:picChg>
        <pc:picChg chg="add del mod">
          <ac:chgData name="Rajneesh Anand" userId="f665040e-1fca-47e5-a2a6-d334cfc40372" providerId="ADAL" clId="{7320BE71-6052-4C99-AC61-56B91C780140}" dt="2026-06-30T19:47:20.335" v="2" actId="478"/>
          <ac:picMkLst>
            <pc:docMk/>
            <pc:sldMk cId="3535506700" sldId="258"/>
            <ac:picMk id="4" creationId="{DBD24731-78A3-B96E-621A-E9BB17654886}"/>
          </ac:picMkLst>
        </pc:picChg>
        <pc:picChg chg="add del mod">
          <ac:chgData name="Rajneesh Anand" userId="f665040e-1fca-47e5-a2a6-d334cfc40372" providerId="ADAL" clId="{7320BE71-6052-4C99-AC61-56B91C780140}" dt="2026-06-30T19:50:58.723" v="34" actId="478"/>
          <ac:picMkLst>
            <pc:docMk/>
            <pc:sldMk cId="3535506700" sldId="258"/>
            <ac:picMk id="6" creationId="{A01CC559-E63D-F397-0AFE-20D41D2B22F3}"/>
          </ac:picMkLst>
        </pc:picChg>
        <pc:picChg chg="add del mod modCrop">
          <ac:chgData name="Rajneesh Anand" userId="f665040e-1fca-47e5-a2a6-d334cfc40372" providerId="ADAL" clId="{7320BE71-6052-4C99-AC61-56B91C780140}" dt="2026-06-30T19:51:07.145" v="36" actId="478"/>
          <ac:picMkLst>
            <pc:docMk/>
            <pc:sldMk cId="3535506700" sldId="258"/>
            <ac:picMk id="8" creationId="{B2E64E34-2C38-2F31-3CD9-50E96C2395BC}"/>
          </ac:picMkLst>
        </pc:picChg>
        <pc:picChg chg="add del mod">
          <ac:chgData name="Rajneesh Anand" userId="f665040e-1fca-47e5-a2a6-d334cfc40372" providerId="ADAL" clId="{7320BE71-6052-4C99-AC61-56B91C780140}" dt="2026-06-30T19:51:08.444" v="37" actId="478"/>
          <ac:picMkLst>
            <pc:docMk/>
            <pc:sldMk cId="3535506700" sldId="258"/>
            <ac:picMk id="10" creationId="{0F23E2E1-376A-45AF-9BC7-C4D1A74A1647}"/>
          </ac:picMkLst>
        </pc:picChg>
        <pc:picChg chg="add mod">
          <ac:chgData name="Rajneesh Anand" userId="f665040e-1fca-47e5-a2a6-d334cfc40372" providerId="ADAL" clId="{7320BE71-6052-4C99-AC61-56B91C780140}" dt="2026-06-30T19:53:55.358" v="57" actId="1076"/>
          <ac:picMkLst>
            <pc:docMk/>
            <pc:sldMk cId="3535506700" sldId="258"/>
            <ac:picMk id="12" creationId="{60949F59-480C-0B4F-C2D8-F9F6B19EE917}"/>
          </ac:picMkLst>
        </pc:picChg>
        <pc:picChg chg="add mod">
          <ac:chgData name="Rajneesh Anand" userId="f665040e-1fca-47e5-a2a6-d334cfc40372" providerId="ADAL" clId="{7320BE71-6052-4C99-AC61-56B91C780140}" dt="2026-06-30T19:53:49.608" v="56" actId="1076"/>
          <ac:picMkLst>
            <pc:docMk/>
            <pc:sldMk cId="3535506700" sldId="258"/>
            <ac:picMk id="14" creationId="{82BB7A0F-1436-81CB-26A2-66DC4389DC37}"/>
          </ac:picMkLst>
        </pc:picChg>
      </pc:sldChg>
      <pc:sldChg chg="addSp delSp modSp new mod">
        <pc:chgData name="Rajneesh Anand" userId="f665040e-1fca-47e5-a2a6-d334cfc40372" providerId="ADAL" clId="{7320BE71-6052-4C99-AC61-56B91C780140}" dt="2026-06-30T20:06:01.796" v="130" actId="22"/>
        <pc:sldMkLst>
          <pc:docMk/>
          <pc:sldMk cId="2233124394" sldId="259"/>
        </pc:sldMkLst>
        <pc:spChg chg="add mod">
          <ac:chgData name="Rajneesh Anand" userId="f665040e-1fca-47e5-a2a6-d334cfc40372" providerId="ADAL" clId="{7320BE71-6052-4C99-AC61-56B91C780140}" dt="2026-06-30T19:58:44.532" v="82" actId="1076"/>
          <ac:spMkLst>
            <pc:docMk/>
            <pc:sldMk cId="2233124394" sldId="259"/>
            <ac:spMk id="7" creationId="{87CF2963-21DF-E2E2-F345-6E1DBFD84A18}"/>
          </ac:spMkLst>
        </pc:spChg>
        <pc:spChg chg="add">
          <ac:chgData name="Rajneesh Anand" userId="f665040e-1fca-47e5-a2a6-d334cfc40372" providerId="ADAL" clId="{7320BE71-6052-4C99-AC61-56B91C780140}" dt="2026-06-30T20:06:01.796" v="130" actId="22"/>
          <ac:spMkLst>
            <pc:docMk/>
            <pc:sldMk cId="2233124394" sldId="259"/>
            <ac:spMk id="9" creationId="{11ABB851-D5B4-2606-B205-CD096C0D3E5E}"/>
          </ac:spMkLst>
        </pc:spChg>
        <pc:picChg chg="add del mod">
          <ac:chgData name="Rajneesh Anand" userId="f665040e-1fca-47e5-a2a6-d334cfc40372" providerId="ADAL" clId="{7320BE71-6052-4C99-AC61-56B91C780140}" dt="2026-06-30T19:57:56.782" v="68" actId="478"/>
          <ac:picMkLst>
            <pc:docMk/>
            <pc:sldMk cId="2233124394" sldId="259"/>
            <ac:picMk id="3" creationId="{E01E18D8-4784-977E-2CEE-8E06B5CDFA09}"/>
          </ac:picMkLst>
        </pc:picChg>
        <pc:picChg chg="add mod">
          <ac:chgData name="Rajneesh Anand" userId="f665040e-1fca-47e5-a2a6-d334cfc40372" providerId="ADAL" clId="{7320BE71-6052-4C99-AC61-56B91C780140}" dt="2026-06-30T19:58:38.265" v="81" actId="1076"/>
          <ac:picMkLst>
            <pc:docMk/>
            <pc:sldMk cId="2233124394" sldId="259"/>
            <ac:picMk id="5" creationId="{21D5FFA8-5AC2-3CD8-0AEB-8B3EFEA59E8C}"/>
          </ac:picMkLst>
        </pc:picChg>
      </pc:sldChg>
      <pc:sldChg chg="addSp delSp modSp new mod">
        <pc:chgData name="Rajneesh Anand" userId="f665040e-1fca-47e5-a2a6-d334cfc40372" providerId="ADAL" clId="{7320BE71-6052-4C99-AC61-56B91C780140}" dt="2026-06-30T20:07:50.001" v="179" actId="1076"/>
        <pc:sldMkLst>
          <pc:docMk/>
          <pc:sldMk cId="3535926455" sldId="260"/>
        </pc:sldMkLst>
        <pc:spChg chg="add mod">
          <ac:chgData name="Rajneesh Anand" userId="f665040e-1fca-47e5-a2a6-d334cfc40372" providerId="ADAL" clId="{7320BE71-6052-4C99-AC61-56B91C780140}" dt="2026-06-30T20:07:50.001" v="179" actId="1076"/>
          <ac:spMkLst>
            <pc:docMk/>
            <pc:sldMk cId="3535926455" sldId="260"/>
            <ac:spMk id="17" creationId="{EE72ED27-945E-5417-30B5-133EC2BED4B2}"/>
          </ac:spMkLst>
        </pc:spChg>
        <pc:spChg chg="add mod">
          <ac:chgData name="Rajneesh Anand" userId="f665040e-1fca-47e5-a2a6-d334cfc40372" providerId="ADAL" clId="{7320BE71-6052-4C99-AC61-56B91C780140}" dt="2026-06-30T20:06:54.766" v="164" actId="1036"/>
          <ac:spMkLst>
            <pc:docMk/>
            <pc:sldMk cId="3535926455" sldId="260"/>
            <ac:spMk id="19" creationId="{496B511E-6E04-E68C-DA9D-B5CDA766492D}"/>
          </ac:spMkLst>
        </pc:spChg>
        <pc:spChg chg="add mod">
          <ac:chgData name="Rajneesh Anand" userId="f665040e-1fca-47e5-a2a6-d334cfc40372" providerId="ADAL" clId="{7320BE71-6052-4C99-AC61-56B91C780140}" dt="2026-06-30T20:07:44.094" v="178" actId="1076"/>
          <ac:spMkLst>
            <pc:docMk/>
            <pc:sldMk cId="3535926455" sldId="260"/>
            <ac:spMk id="21" creationId="{53AA14F4-4F95-C0E6-807D-636071331EBC}"/>
          </ac:spMkLst>
        </pc:spChg>
        <pc:picChg chg="add del mod modCrop">
          <ac:chgData name="Rajneesh Anand" userId="f665040e-1fca-47e5-a2a6-d334cfc40372" providerId="ADAL" clId="{7320BE71-6052-4C99-AC61-56B91C780140}" dt="2026-06-30T20:03:36.528" v="105" actId="478"/>
          <ac:picMkLst>
            <pc:docMk/>
            <pc:sldMk cId="3535926455" sldId="260"/>
            <ac:picMk id="3" creationId="{B3ED3F06-1983-0C5B-29B2-D4BC4F6ACC42}"/>
          </ac:picMkLst>
        </pc:picChg>
        <pc:picChg chg="add del mod">
          <ac:chgData name="Rajneesh Anand" userId="f665040e-1fca-47e5-a2a6-d334cfc40372" providerId="ADAL" clId="{7320BE71-6052-4C99-AC61-56B91C780140}" dt="2026-06-30T20:03:36.528" v="105" actId="478"/>
          <ac:picMkLst>
            <pc:docMk/>
            <pc:sldMk cId="3535926455" sldId="260"/>
            <ac:picMk id="5" creationId="{2436A2EB-14EC-03D1-FE2D-A36F16208B0F}"/>
          </ac:picMkLst>
        </pc:picChg>
        <pc:picChg chg="add del mod modCrop">
          <ac:chgData name="Rajneesh Anand" userId="f665040e-1fca-47e5-a2a6-d334cfc40372" providerId="ADAL" clId="{7320BE71-6052-4C99-AC61-56B91C780140}" dt="2026-06-30T20:02:30.157" v="93" actId="478"/>
          <ac:picMkLst>
            <pc:docMk/>
            <pc:sldMk cId="3535926455" sldId="260"/>
            <ac:picMk id="7" creationId="{5B0908B3-AC35-2BE4-9BA2-F8FD5A6AD81F}"/>
          </ac:picMkLst>
        </pc:picChg>
        <pc:picChg chg="add del mod">
          <ac:chgData name="Rajneesh Anand" userId="f665040e-1fca-47e5-a2a6-d334cfc40372" providerId="ADAL" clId="{7320BE71-6052-4C99-AC61-56B91C780140}" dt="2026-06-30T20:03:36.528" v="105" actId="478"/>
          <ac:picMkLst>
            <pc:docMk/>
            <pc:sldMk cId="3535926455" sldId="260"/>
            <ac:picMk id="9" creationId="{3E76AC56-32FA-F819-ACFA-202F02ADB063}"/>
          </ac:picMkLst>
        </pc:picChg>
        <pc:picChg chg="add mod ord">
          <ac:chgData name="Rajneesh Anand" userId="f665040e-1fca-47e5-a2a6-d334cfc40372" providerId="ADAL" clId="{7320BE71-6052-4C99-AC61-56B91C780140}" dt="2026-06-30T20:07:26.056" v="175" actId="1035"/>
          <ac:picMkLst>
            <pc:docMk/>
            <pc:sldMk cId="3535926455" sldId="260"/>
            <ac:picMk id="11" creationId="{4359C4A6-A75C-8D24-869C-D34F7B27036D}"/>
          </ac:picMkLst>
        </pc:picChg>
        <pc:picChg chg="add mod">
          <ac:chgData name="Rajneesh Anand" userId="f665040e-1fca-47e5-a2a6-d334cfc40372" providerId="ADAL" clId="{7320BE71-6052-4C99-AC61-56B91C780140}" dt="2026-06-30T20:05:53.456" v="128" actId="1035"/>
          <ac:picMkLst>
            <pc:docMk/>
            <pc:sldMk cId="3535926455" sldId="260"/>
            <ac:picMk id="13" creationId="{33A9CD28-7819-BB49-1736-9D7192389FD2}"/>
          </ac:picMkLst>
        </pc:picChg>
        <pc:picChg chg="add mod ord">
          <ac:chgData name="Rajneesh Anand" userId="f665040e-1fca-47e5-a2a6-d334cfc40372" providerId="ADAL" clId="{7320BE71-6052-4C99-AC61-56B91C780140}" dt="2026-06-30T20:07:17.117" v="171" actId="166"/>
          <ac:picMkLst>
            <pc:docMk/>
            <pc:sldMk cId="3535926455" sldId="260"/>
            <ac:picMk id="15" creationId="{19D9BF84-2CEF-C874-F42B-2F5FCDFCD7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4119" y="3714969"/>
            <a:ext cx="30084713" cy="7902846"/>
          </a:xfrm>
        </p:spPr>
        <p:txBody>
          <a:bodyPr anchor="b"/>
          <a:lstStyle>
            <a:lvl1pPr algn="ctr">
              <a:defRPr sz="19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4119" y="11922579"/>
            <a:ext cx="30084713" cy="5480496"/>
          </a:xfrm>
        </p:spPr>
        <p:txBody>
          <a:bodyPr/>
          <a:lstStyle>
            <a:lvl1pPr marL="0" indent="0" algn="ctr">
              <a:buNone/>
              <a:defRPr sz="7896"/>
            </a:lvl1pPr>
            <a:lvl2pPr marL="1504234" indent="0" algn="ctr">
              <a:buNone/>
              <a:defRPr sz="6580"/>
            </a:lvl2pPr>
            <a:lvl3pPr marL="3008467" indent="0" algn="ctr">
              <a:buNone/>
              <a:defRPr sz="5922"/>
            </a:lvl3pPr>
            <a:lvl4pPr marL="4512701" indent="0" algn="ctr">
              <a:buNone/>
              <a:defRPr sz="5264"/>
            </a:lvl4pPr>
            <a:lvl5pPr marL="6016935" indent="0" algn="ctr">
              <a:buNone/>
              <a:defRPr sz="5264"/>
            </a:lvl5pPr>
            <a:lvl6pPr marL="7521169" indent="0" algn="ctr">
              <a:buNone/>
              <a:defRPr sz="5264"/>
            </a:lvl6pPr>
            <a:lvl7pPr marL="9025402" indent="0" algn="ctr">
              <a:buNone/>
              <a:defRPr sz="5264"/>
            </a:lvl7pPr>
            <a:lvl8pPr marL="10529636" indent="0" algn="ctr">
              <a:buNone/>
              <a:defRPr sz="5264"/>
            </a:lvl8pPr>
            <a:lvl9pPr marL="12033870" indent="0" algn="ctr">
              <a:buNone/>
              <a:defRPr sz="52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2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6873" y="5659155"/>
            <a:ext cx="34597419" cy="9442428"/>
          </a:xfrm>
        </p:spPr>
        <p:txBody>
          <a:bodyPr anchor="b"/>
          <a:lstStyle>
            <a:lvl1pPr>
              <a:defRPr sz="19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6873" y="15190912"/>
            <a:ext cx="34597419" cy="4965550"/>
          </a:xfrm>
        </p:spPr>
        <p:txBody>
          <a:bodyPr/>
          <a:lstStyle>
            <a:lvl1pPr marL="0" indent="0">
              <a:buNone/>
              <a:defRPr sz="7896">
                <a:solidFill>
                  <a:schemeClr val="tx1">
                    <a:tint val="82000"/>
                  </a:schemeClr>
                </a:solidFill>
              </a:defRPr>
            </a:lvl1pPr>
            <a:lvl2pPr marL="1504234" indent="0">
              <a:buNone/>
              <a:defRPr sz="6580">
                <a:solidFill>
                  <a:schemeClr val="tx1">
                    <a:tint val="82000"/>
                  </a:schemeClr>
                </a:solidFill>
              </a:defRPr>
            </a:lvl2pPr>
            <a:lvl3pPr marL="3008467" indent="0">
              <a:buNone/>
              <a:defRPr sz="5922">
                <a:solidFill>
                  <a:schemeClr val="tx1">
                    <a:tint val="82000"/>
                  </a:schemeClr>
                </a:solidFill>
              </a:defRPr>
            </a:lvl3pPr>
            <a:lvl4pPr marL="4512701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4pPr>
            <a:lvl5pPr marL="6016935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5pPr>
            <a:lvl6pPr marL="7521169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6pPr>
            <a:lvl7pPr marL="9025402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7pPr>
            <a:lvl8pPr marL="10529636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8pPr>
            <a:lvl9pPr marL="12033870" indent="0">
              <a:buNone/>
              <a:defRPr sz="52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57765" y="6042734"/>
            <a:ext cx="17048004" cy="14402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07181" y="6042734"/>
            <a:ext cx="17048004" cy="14402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9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990" y="1208549"/>
            <a:ext cx="34597419" cy="4387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992" y="5564572"/>
            <a:ext cx="16969656" cy="2727111"/>
          </a:xfrm>
        </p:spPr>
        <p:txBody>
          <a:bodyPr anchor="b"/>
          <a:lstStyle>
            <a:lvl1pPr marL="0" indent="0">
              <a:buNone/>
              <a:defRPr sz="7896" b="1"/>
            </a:lvl1pPr>
            <a:lvl2pPr marL="1504234" indent="0">
              <a:buNone/>
              <a:defRPr sz="6580" b="1"/>
            </a:lvl2pPr>
            <a:lvl3pPr marL="3008467" indent="0">
              <a:buNone/>
              <a:defRPr sz="5922" b="1"/>
            </a:lvl3pPr>
            <a:lvl4pPr marL="4512701" indent="0">
              <a:buNone/>
              <a:defRPr sz="5264" b="1"/>
            </a:lvl4pPr>
            <a:lvl5pPr marL="6016935" indent="0">
              <a:buNone/>
              <a:defRPr sz="5264" b="1"/>
            </a:lvl5pPr>
            <a:lvl6pPr marL="7521169" indent="0">
              <a:buNone/>
              <a:defRPr sz="5264" b="1"/>
            </a:lvl6pPr>
            <a:lvl7pPr marL="9025402" indent="0">
              <a:buNone/>
              <a:defRPr sz="5264" b="1"/>
            </a:lvl7pPr>
            <a:lvl8pPr marL="10529636" indent="0">
              <a:buNone/>
              <a:defRPr sz="5264" b="1"/>
            </a:lvl8pPr>
            <a:lvl9pPr marL="12033870" indent="0">
              <a:buNone/>
              <a:defRPr sz="5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62992" y="8291682"/>
            <a:ext cx="16969656" cy="12195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307181" y="5564572"/>
            <a:ext cx="17053228" cy="2727111"/>
          </a:xfrm>
        </p:spPr>
        <p:txBody>
          <a:bodyPr anchor="b"/>
          <a:lstStyle>
            <a:lvl1pPr marL="0" indent="0">
              <a:buNone/>
              <a:defRPr sz="7896" b="1"/>
            </a:lvl1pPr>
            <a:lvl2pPr marL="1504234" indent="0">
              <a:buNone/>
              <a:defRPr sz="6580" b="1"/>
            </a:lvl2pPr>
            <a:lvl3pPr marL="3008467" indent="0">
              <a:buNone/>
              <a:defRPr sz="5922" b="1"/>
            </a:lvl3pPr>
            <a:lvl4pPr marL="4512701" indent="0">
              <a:buNone/>
              <a:defRPr sz="5264" b="1"/>
            </a:lvl4pPr>
            <a:lvl5pPr marL="6016935" indent="0">
              <a:buNone/>
              <a:defRPr sz="5264" b="1"/>
            </a:lvl5pPr>
            <a:lvl6pPr marL="7521169" indent="0">
              <a:buNone/>
              <a:defRPr sz="5264" b="1"/>
            </a:lvl6pPr>
            <a:lvl7pPr marL="9025402" indent="0">
              <a:buNone/>
              <a:defRPr sz="5264" b="1"/>
            </a:lvl7pPr>
            <a:lvl8pPr marL="10529636" indent="0">
              <a:buNone/>
              <a:defRPr sz="5264" b="1"/>
            </a:lvl8pPr>
            <a:lvl9pPr marL="12033870" indent="0">
              <a:buNone/>
              <a:defRPr sz="5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307181" y="8291682"/>
            <a:ext cx="17053228" cy="12195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7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6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0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992" y="1513311"/>
            <a:ext cx="12937469" cy="5296588"/>
          </a:xfrm>
        </p:spPr>
        <p:txBody>
          <a:bodyPr anchor="b"/>
          <a:lstStyle>
            <a:lvl1pPr>
              <a:defRPr sz="10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3228" y="3268333"/>
            <a:ext cx="20307181" cy="16131473"/>
          </a:xfrm>
        </p:spPr>
        <p:txBody>
          <a:bodyPr/>
          <a:lstStyle>
            <a:lvl1pPr>
              <a:defRPr sz="10528"/>
            </a:lvl1pPr>
            <a:lvl2pPr>
              <a:defRPr sz="9212"/>
            </a:lvl2pPr>
            <a:lvl3pPr>
              <a:defRPr sz="7896"/>
            </a:lvl3pPr>
            <a:lvl4pPr>
              <a:defRPr sz="6580"/>
            </a:lvl4pPr>
            <a:lvl5pPr>
              <a:defRPr sz="6580"/>
            </a:lvl5pPr>
            <a:lvl6pPr>
              <a:defRPr sz="6580"/>
            </a:lvl6pPr>
            <a:lvl7pPr>
              <a:defRPr sz="6580"/>
            </a:lvl7pPr>
            <a:lvl8pPr>
              <a:defRPr sz="6580"/>
            </a:lvl8pPr>
            <a:lvl9pPr>
              <a:defRPr sz="65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992" y="6809899"/>
            <a:ext cx="12937469" cy="12616180"/>
          </a:xfrm>
        </p:spPr>
        <p:txBody>
          <a:bodyPr/>
          <a:lstStyle>
            <a:lvl1pPr marL="0" indent="0">
              <a:buNone/>
              <a:defRPr sz="5264"/>
            </a:lvl1pPr>
            <a:lvl2pPr marL="1504234" indent="0">
              <a:buNone/>
              <a:defRPr sz="4606"/>
            </a:lvl2pPr>
            <a:lvl3pPr marL="3008467" indent="0">
              <a:buNone/>
              <a:defRPr sz="3948"/>
            </a:lvl3pPr>
            <a:lvl4pPr marL="4512701" indent="0">
              <a:buNone/>
              <a:defRPr sz="3290"/>
            </a:lvl4pPr>
            <a:lvl5pPr marL="6016935" indent="0">
              <a:buNone/>
              <a:defRPr sz="3290"/>
            </a:lvl5pPr>
            <a:lvl6pPr marL="7521169" indent="0">
              <a:buNone/>
              <a:defRPr sz="3290"/>
            </a:lvl6pPr>
            <a:lvl7pPr marL="9025402" indent="0">
              <a:buNone/>
              <a:defRPr sz="3290"/>
            </a:lvl7pPr>
            <a:lvl8pPr marL="10529636" indent="0">
              <a:buNone/>
              <a:defRPr sz="3290"/>
            </a:lvl8pPr>
            <a:lvl9pPr marL="12033870" indent="0">
              <a:buNone/>
              <a:defRPr sz="32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4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992" y="1513311"/>
            <a:ext cx="12937469" cy="5296588"/>
          </a:xfrm>
        </p:spPr>
        <p:txBody>
          <a:bodyPr anchor="b"/>
          <a:lstStyle>
            <a:lvl1pPr>
              <a:defRPr sz="10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053228" y="3268333"/>
            <a:ext cx="20307181" cy="16131473"/>
          </a:xfrm>
        </p:spPr>
        <p:txBody>
          <a:bodyPr anchor="t"/>
          <a:lstStyle>
            <a:lvl1pPr marL="0" indent="0">
              <a:buNone/>
              <a:defRPr sz="10528"/>
            </a:lvl1pPr>
            <a:lvl2pPr marL="1504234" indent="0">
              <a:buNone/>
              <a:defRPr sz="9212"/>
            </a:lvl2pPr>
            <a:lvl3pPr marL="3008467" indent="0">
              <a:buNone/>
              <a:defRPr sz="7896"/>
            </a:lvl3pPr>
            <a:lvl4pPr marL="4512701" indent="0">
              <a:buNone/>
              <a:defRPr sz="6580"/>
            </a:lvl4pPr>
            <a:lvl5pPr marL="6016935" indent="0">
              <a:buNone/>
              <a:defRPr sz="6580"/>
            </a:lvl5pPr>
            <a:lvl6pPr marL="7521169" indent="0">
              <a:buNone/>
              <a:defRPr sz="6580"/>
            </a:lvl6pPr>
            <a:lvl7pPr marL="9025402" indent="0">
              <a:buNone/>
              <a:defRPr sz="6580"/>
            </a:lvl7pPr>
            <a:lvl8pPr marL="10529636" indent="0">
              <a:buNone/>
              <a:defRPr sz="6580"/>
            </a:lvl8pPr>
            <a:lvl9pPr marL="12033870" indent="0">
              <a:buNone/>
              <a:defRPr sz="65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992" y="6809899"/>
            <a:ext cx="12937469" cy="12616180"/>
          </a:xfrm>
        </p:spPr>
        <p:txBody>
          <a:bodyPr/>
          <a:lstStyle>
            <a:lvl1pPr marL="0" indent="0">
              <a:buNone/>
              <a:defRPr sz="5264"/>
            </a:lvl1pPr>
            <a:lvl2pPr marL="1504234" indent="0">
              <a:buNone/>
              <a:defRPr sz="4606"/>
            </a:lvl2pPr>
            <a:lvl3pPr marL="3008467" indent="0">
              <a:buNone/>
              <a:defRPr sz="3948"/>
            </a:lvl3pPr>
            <a:lvl4pPr marL="4512701" indent="0">
              <a:buNone/>
              <a:defRPr sz="3290"/>
            </a:lvl4pPr>
            <a:lvl5pPr marL="6016935" indent="0">
              <a:buNone/>
              <a:defRPr sz="3290"/>
            </a:lvl5pPr>
            <a:lvl6pPr marL="7521169" indent="0">
              <a:buNone/>
              <a:defRPr sz="3290"/>
            </a:lvl6pPr>
            <a:lvl7pPr marL="9025402" indent="0">
              <a:buNone/>
              <a:defRPr sz="3290"/>
            </a:lvl7pPr>
            <a:lvl8pPr marL="10529636" indent="0">
              <a:buNone/>
              <a:defRPr sz="3290"/>
            </a:lvl8pPr>
            <a:lvl9pPr marL="12033870" indent="0">
              <a:buNone/>
              <a:defRPr sz="32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99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7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705830" y="1208547"/>
            <a:ext cx="8649355" cy="192369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57765" y="1208547"/>
            <a:ext cx="25446653" cy="192369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57766" y="1208549"/>
            <a:ext cx="34597419" cy="43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7766" y="6042734"/>
            <a:ext cx="34597419" cy="14402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57765" y="21039226"/>
            <a:ext cx="9025414" cy="1208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DD973-D263-4391-8DA5-1C6B9DE3BA83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287415" y="21039226"/>
            <a:ext cx="13538121" cy="1208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329771" y="21039226"/>
            <a:ext cx="9025414" cy="12085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459E-4FF2-40C6-B323-1BFF6149E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4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3008467" rtl="0" eaLnBrk="1" latinLnBrk="0" hangingPunct="1">
        <a:lnSpc>
          <a:spcPct val="90000"/>
        </a:lnSpc>
        <a:spcBef>
          <a:spcPct val="0"/>
        </a:spcBef>
        <a:buNone/>
        <a:defRPr sz="14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2117" indent="-752117" algn="l" defTabSz="3008467" rtl="0" eaLnBrk="1" latinLnBrk="0" hangingPunct="1">
        <a:lnSpc>
          <a:spcPct val="90000"/>
        </a:lnSpc>
        <a:spcBef>
          <a:spcPts val="3290"/>
        </a:spcBef>
        <a:buFont typeface="Arial" panose="020B0604020202020204" pitchFamily="34" charset="0"/>
        <a:buChar char="•"/>
        <a:defRPr sz="9212" kern="1200">
          <a:solidFill>
            <a:schemeClr val="tx1"/>
          </a:solidFill>
          <a:latin typeface="+mn-lt"/>
          <a:ea typeface="+mn-ea"/>
          <a:cs typeface="+mn-cs"/>
        </a:defRPr>
      </a:lvl1pPr>
      <a:lvl2pPr marL="2256351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7896" kern="1200">
          <a:solidFill>
            <a:schemeClr val="tx1"/>
          </a:solidFill>
          <a:latin typeface="+mn-lt"/>
          <a:ea typeface="+mn-ea"/>
          <a:cs typeface="+mn-cs"/>
        </a:defRPr>
      </a:lvl2pPr>
      <a:lvl3pPr marL="3760584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6580" kern="1200">
          <a:solidFill>
            <a:schemeClr val="tx1"/>
          </a:solidFill>
          <a:latin typeface="+mn-lt"/>
          <a:ea typeface="+mn-ea"/>
          <a:cs typeface="+mn-cs"/>
        </a:defRPr>
      </a:lvl3pPr>
      <a:lvl4pPr marL="5264818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4pPr>
      <a:lvl5pPr marL="6769052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5pPr>
      <a:lvl6pPr marL="8273285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6pPr>
      <a:lvl7pPr marL="9777519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7pPr>
      <a:lvl8pPr marL="11281753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8pPr>
      <a:lvl9pPr marL="12785987" indent="-752117" algn="l" defTabSz="3008467" rtl="0" eaLnBrk="1" latinLnBrk="0" hangingPunct="1">
        <a:lnSpc>
          <a:spcPct val="90000"/>
        </a:lnSpc>
        <a:spcBef>
          <a:spcPts val="1645"/>
        </a:spcBef>
        <a:buFont typeface="Arial" panose="020B0604020202020204" pitchFamily="34" charset="0"/>
        <a:buChar char="•"/>
        <a:defRPr sz="59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1pPr>
      <a:lvl2pPr marL="1504234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2pPr>
      <a:lvl3pPr marL="3008467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3pPr>
      <a:lvl4pPr marL="4512701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4pPr>
      <a:lvl5pPr marL="6016935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5pPr>
      <a:lvl6pPr marL="7521169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6pPr>
      <a:lvl7pPr marL="9025402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7pPr>
      <a:lvl8pPr marL="10529636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8pPr>
      <a:lvl9pPr marL="12033870" algn="l" defTabSz="3008467" rtl="0" eaLnBrk="1" latinLnBrk="0" hangingPunct="1">
        <a:defRPr sz="5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2E108DD-0B79-81F5-0140-44BF71D80AFF}"/>
              </a:ext>
            </a:extLst>
          </p:cNvPr>
          <p:cNvGrpSpPr/>
          <p:nvPr/>
        </p:nvGrpSpPr>
        <p:grpSpPr>
          <a:xfrm>
            <a:off x="101600" y="0"/>
            <a:ext cx="39939866" cy="22699663"/>
            <a:chOff x="101600" y="0"/>
            <a:chExt cx="39939866" cy="22699663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153F925-D99F-34C0-98D4-5B4049551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04" r="50000" b="50000"/>
            <a:stretch>
              <a:fillRect/>
            </a:stretch>
          </p:blipFill>
          <p:spPr>
            <a:xfrm>
              <a:off x="2738637" y="0"/>
              <a:ext cx="12779500" cy="8454586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FD67B6-303A-4F56-C2B3-9B6F8508239F}"/>
                </a:ext>
              </a:extLst>
            </p:cNvPr>
            <p:cNvGrpSpPr/>
            <p:nvPr/>
          </p:nvGrpSpPr>
          <p:grpSpPr>
            <a:xfrm>
              <a:off x="101600" y="0"/>
              <a:ext cx="39939866" cy="22699663"/>
              <a:chOff x="-8912993" y="-2395223"/>
              <a:chExt cx="39939866" cy="2269966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D139399-C56E-EC9E-0D51-8BED9BE9AC7C}"/>
                  </a:ext>
                </a:extLst>
              </p:cNvPr>
              <p:cNvSpPr/>
              <p:nvPr/>
            </p:nvSpPr>
            <p:spPr>
              <a:xfrm>
                <a:off x="9111053" y="-2367565"/>
                <a:ext cx="1473646" cy="11466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778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E8D407C-E892-D29E-8FB4-9A316F3EE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52273" y="-1305651"/>
                <a:ext cx="21674600" cy="21610091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B5BB5C1-F41E-801A-09A5-BA4EC7B07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912993" y="6004428"/>
                <a:ext cx="18053574" cy="14300010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4C0765-D169-DDC1-E436-4DFB7DFE7BB6}"/>
                  </a:ext>
                </a:extLst>
              </p:cNvPr>
              <p:cNvSpPr/>
              <p:nvPr/>
            </p:nvSpPr>
            <p:spPr>
              <a:xfrm>
                <a:off x="-6275956" y="-2395223"/>
                <a:ext cx="1473646" cy="114668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778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1CFCD67-9511-0CF5-99B5-BC32FD9B05FC}"/>
                  </a:ext>
                </a:extLst>
              </p:cNvPr>
              <p:cNvSpPr/>
              <p:nvPr/>
            </p:nvSpPr>
            <p:spPr>
              <a:xfrm>
                <a:off x="-8883465" y="4699200"/>
                <a:ext cx="1473646" cy="130522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778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E043C30-16D4-D643-E7DC-D19C5C825267}"/>
              </a:ext>
            </a:extLst>
          </p:cNvPr>
          <p:cNvSpPr/>
          <p:nvPr/>
        </p:nvSpPr>
        <p:spPr>
          <a:xfrm>
            <a:off x="14522230" y="6516821"/>
            <a:ext cx="3844636" cy="1780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S4</a:t>
            </a:r>
          </a:p>
        </p:txBody>
      </p:sp>
    </p:spTree>
    <p:extLst>
      <p:ext uri="{BB962C8B-B14F-4D97-AF65-F5344CB8AC3E}">
        <p14:creationId xmlns:p14="http://schemas.microsoft.com/office/powerpoint/2010/main" val="599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3A9CD28-7819-BB49-1736-9D7192389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670" y="9562936"/>
            <a:ext cx="11462908" cy="1311615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E72ED27-945E-5417-30B5-133EC2BED4B2}"/>
              </a:ext>
            </a:extLst>
          </p:cNvPr>
          <p:cNvSpPr/>
          <p:nvPr/>
        </p:nvSpPr>
        <p:spPr>
          <a:xfrm>
            <a:off x="10966712" y="-14615"/>
            <a:ext cx="1398713" cy="864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8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6B511E-6E04-E68C-DA9D-B5CDA766492D}"/>
              </a:ext>
            </a:extLst>
          </p:cNvPr>
          <p:cNvSpPr/>
          <p:nvPr/>
        </p:nvSpPr>
        <p:spPr>
          <a:xfrm>
            <a:off x="7094671" y="8645970"/>
            <a:ext cx="1398713" cy="864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8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AA14F4-4F95-C0E6-807D-636071331EBC}"/>
              </a:ext>
            </a:extLst>
          </p:cNvPr>
          <p:cNvSpPr/>
          <p:nvPr/>
        </p:nvSpPr>
        <p:spPr>
          <a:xfrm>
            <a:off x="20226936" y="8645969"/>
            <a:ext cx="1398713" cy="864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8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59C4A6-A75C-8D24-869C-D34F7B270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6711" y="876223"/>
            <a:ext cx="18179528" cy="7865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D9BF84-2CEF-C874-F42B-2F5FCDFCD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6936" y="9562936"/>
            <a:ext cx="13155311" cy="131161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6CE93C-FBC3-024B-2F95-134F0987EFFA}"/>
              </a:ext>
            </a:extLst>
          </p:cNvPr>
          <p:cNvSpPr/>
          <p:nvPr/>
        </p:nvSpPr>
        <p:spPr>
          <a:xfrm>
            <a:off x="3823855" y="1702214"/>
            <a:ext cx="3449781" cy="1724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S5</a:t>
            </a:r>
          </a:p>
        </p:txBody>
      </p:sp>
    </p:spTree>
    <p:extLst>
      <p:ext uri="{BB962C8B-B14F-4D97-AF65-F5344CB8AC3E}">
        <p14:creationId xmlns:p14="http://schemas.microsoft.com/office/powerpoint/2010/main" val="353592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22</Words>
  <Application>Microsoft Office PowerPoint</Application>
  <PresentationFormat>Custom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Rajneesh Anand</dc:creator>
  <cp:lastModifiedBy>Rajneesh Anand</cp:lastModifiedBy>
  <cp:revision>5</cp:revision>
  <dcterms:created xsi:type="dcterms:W3CDTF">2026-06-30T18:53:49Z</dcterms:created>
  <dcterms:modified xsi:type="dcterms:W3CDTF">2026-07-07T17:01:22Z</dcterms:modified>
</cp:coreProperties>
</file>